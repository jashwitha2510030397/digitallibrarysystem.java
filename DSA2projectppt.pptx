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Library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using Java programming language.</a:t>
            </a:r>
          </a:p>
          <a:p>
            <a:r>
              <a:t>Implements a Digital Library System for managing books.</a:t>
            </a:r>
          </a:p>
          <a:p>
            <a:r>
              <a:t>Allows users to add, search, display, sort, and recommend books.</a:t>
            </a:r>
          </a:p>
          <a:p>
            <a:r>
              <a:t>Uses multiple Data Structures and Algorithms.</a:t>
            </a:r>
          </a:p>
          <a:p>
            <a:r>
              <a:t>Demonstrates practical application of DSA concepts in Java.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OOP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Created a Book class with ID, Title, and Rating attributes.</a:t>
            </a:r>
          </a:p>
          <a:p>
            <a:r>
              <a:t>Used constructors to initialize objects.</a:t>
            </a:r>
          </a:p>
          <a:p>
            <a:r>
              <a:t>Implemented methods such as display().</a:t>
            </a:r>
          </a:p>
          <a:p>
            <a:r>
              <a:t>Applied classes and objects throughout the project.</a:t>
            </a:r>
          </a:p>
          <a:p>
            <a:r>
              <a:t>Demonstrates encapsulation and code reusability.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Structures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Binary Search Tree (BST) used for insertion and searching.</a:t>
            </a:r>
          </a:p>
          <a:p>
            <a:r>
              <a:t>Inorder traversal displays books in sorted order.</a:t>
            </a:r>
          </a:p>
          <a:p>
            <a:r>
              <a:t>AVL Tree maintains balanced height automatically.</a:t>
            </a:r>
          </a:p>
          <a:p>
            <a:r>
              <a:t>Uses left and right rotations for balancing.</a:t>
            </a:r>
          </a:p>
          <a:p>
            <a:r>
              <a:t>Provides efficient search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Sorting algorithm used to arrange books by title.</a:t>
            </a:r>
          </a:p>
          <a:p>
            <a:r>
              <a:t>Comparator and Collections Framework used for sorting.</a:t>
            </a:r>
          </a:p>
          <a:p>
            <a:r>
              <a:t>Greedy algorithm recommends top-rated books.</a:t>
            </a:r>
          </a:p>
          <a:p>
            <a:r>
              <a:t>Dynamic Programming style approach finds the best-rated book.</a:t>
            </a:r>
          </a:p>
          <a:p>
            <a:r>
              <a:t>Improves recommendation efficiency.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Features and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Scanner class for user input.</a:t>
            </a:r>
          </a:p>
          <a:p>
            <a:r>
              <a:t>ArrayList stores books dynamically.</a:t>
            </a:r>
          </a:p>
          <a:p>
            <a:r>
              <a:t>Recursion used in tree traversals.</a:t>
            </a:r>
          </a:p>
          <a:p>
            <a:r>
              <a:t>Menu-driven program using switch-case.</a:t>
            </a:r>
          </a:p>
          <a:p>
            <a:r>
              <a:t>Project combines OOP, DSA, BST, AVL, Sorting, Greedy and DP concepts.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